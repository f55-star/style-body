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我是[你的姓名]。今天我将向大家介绍我的毕业设计项目——StyleMirror，一个基于2D视觉分析的个性化服装推荐系统。这个项目旨在解决传统线上购物中穿搭推荐不准确、体验感差的痛点，通过创新的技术和设计，为用户提供一个科学、精准且有趣的智能穿搭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答辩将围绕五个部分展开。首先，我会介绍项目的背景与目标，阐述我们为什么要做这件事。接着，将深入讲解系统的架构设计和技术选型。之后，我会详细展示系统的五大核心功能模块。然后，提炼项目的创新点和取得的成果。最后，对项目进行总结并展望未来的发展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我们来看项目背景。当前线上购物的服装推荐模式存在明显的困境。它们往往只依赖身高体重等单一维度信息，无法真正理解用户的身体形态。这导致推荐缺乏个性化，常常出现“买家秀”与“卖家秀”不符的尴尬情况。同时，推荐内容也忽略了天气、场合等重要场景因素，实用性不足。用户在购买前无法直观试穿，决策体验很差。这些痛点共同指向一个需求：市场需要一个更智能、更个性化的穿搭助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解决这些痛点，我们提出了StyleMirror项目。我们的核心目标有五个：首先，通过创新的视觉分析技术，实现精准的身体数据采集。其次，建立科学的身材分类模型，为用户提供专业的穿搭指导。第三，构建一个融合了身材、风格和天气的多维推荐引擎。第四，通过虚拟试衣功能，提供沉浸式的体验。最后，我们将系统打造成一个轻量级的Web应用，方便用户随时随地使用。我们的愿景是让StyleMirror成为每个人的私人AI造型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系统架构部分。StyleMirror采用的是经典的单页应用架构，并遵循MVC设计模式。如这张架构图所示，整个系统分为三层。视图层负责界面展示和交互；控制层作为中间桥梁，处理用户操作并调用相应的业务逻辑；模型层则管理着应用的核心数据和算法。这种分层设计保证了代码的模块化和可维护性，所有数据处理都在浏览器端完成，实现了真正的轻量化和隐私保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在技术选型上，我们选择了一套成熟且轻量的前端技术栈。核心语言采用原生的HTML5、CSS3和JavaScript，确保了最佳的兼容性和加载速度。图形处理依赖于浏览器原生的Canvas 2D API，实现了流畅的图片渲染和关键点交互。我们统一处理鼠标和触摸事件，保证了在不同设备上的一致体验。所有状态都在内存中管理，响应迅速。初期采用静态和模拟数据，便于快速迭代和验证。我们的核心考量是，在实现强大功能的同时，保持系统的简洁和易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面我将介绍系统的五大核心功能模块。首先是身体分析与身材判定模块，它是整个系统的基础。其次是风格偏好采集模块，用于了解用户的个人品味。第三是多维个性化推荐引擎，它是系统的智能中枢。第四是虚拟试衣间，提供直观的试穿体验。最后是天气与场景联动模块，让推荐更具实用性。这五个模块共同构成了一个完整的服务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深入看一下两个最核心的模块。身体分析模块的流程是：用户上传照片后，通过拖拽界面上的10个关键点来精确匹配自己的身体轮廓。系统会自动计算出头身比、腰臀比等四项核心比例，并基于这些数据，运用预设算法判定用户的身材类型。而推荐引擎则接收身材类型和风格偏好作为输入，通过一个加权评分模型，从身材、风格、标签三个维度对服装库进行打分，最终筛选出最匹配的四件单品推荐给用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核心的分析和推荐，我们还设计了两个增强体验的模块。虚拟试衣间允许用户一键为虚拟形象更换不同风格的服装，实现了“看-试-选”的流畅闭环。天气与场景联动模块则让推荐更具实用性，它会根据实时天气状况，动态调整推荐策略和穿搭建议，确保用户获得的推荐不仅好看，而且适合当天的天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项目的创新点主要体现在技术和模式两个方面。技术上，我们实现了纯前端的视觉分析，这不仅保护了用户隐私，也带来了极致的响应速度。我们通过交互式的标注体验，极大地降低了用户的使用门槛。模式上，我们构建了一个融合身体、风格和天气的多维度推荐模型，这远超传统电商的单一维度推荐。同时，我们打造的“分析-推荐-试衣”一体化流程，为用户提供了前所未有的完整服务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本项目，我们取得了一系列成果。首先，我们成功开发了一个功能完整的Web原型，全面验证了核心技术和业务逻辑的可行性。其次，项目中的核心算法，如身体比例计算和推荐排序，都通过了初步测试，证明了其有效性。最后，我们注重用户体验，设计了简洁直观的界面和流畅的交互流程，获得了内部测试用户的积极反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对项目进行总结与展望。StyleMirror项目成功地将技术与时尚结合，为用户提供了创新的穿搭解决方案。展望未来，我们计划在三个方面进行扩展：首先是优化算法，引入AI自动标注等技术；其次是扩展功能，如建立用户系统和对接电商平台；最后是探索商业化路径，为用户和行业创造更大价值。我们坚信，StyleMirror将开启一个个性化时尚的新纪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我的介绍到此结束，感谢各位老师的聆听。现在是问答环节，欢迎大家提问。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notesSlides/notesSlide4.xml" Type="http://schemas.openxmlformats.org/officeDocument/2006/relationships/notesSlid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notesSlides/notesSlide7.xml" Type="http://schemas.openxmlformats.org/officeDocument/2006/relationships/notesSlid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14" Target="../notesSlides/notesSlide8.xml" Type="http://schemas.openxmlformats.org/officeDocument/2006/relationships/notesSlid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notesSlides/notesSlide10.xml" Type="http://schemas.openxmlformats.org/officeDocument/2006/relationships/notesSlid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5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508000"/>
            <a:ext cx="1016000" cy="762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540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StyleMirror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810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2D2D3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基于2D视觉分析的个性化服装推荐系统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6875" flipH="false" flipV="false">
            <a:off x="2921006" y="52006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2286000" y="5588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F"/>
                </a:solidFill>
                <a:latin typeface="Noto Sans SC"/>
                <a:ea typeface="Noto Sans SC"/>
                <a:cs typeface="Noto Sans SC"/>
                <a:sym typeface="Noto Sans SC"/>
              </a:rPr>
              <a:t>答辩人：[你的姓名]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285450" flipH="false" flipV="false">
            <a:off x="5905500" y="5835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350000" y="5588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0505F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日期：2026年6月25日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668000" y="6096000"/>
            <a:ext cx="1016000" cy="762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460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D2D3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159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D2D3F">
                    <a:alpha val="1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857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项目背景与目标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3359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4925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剖析传统穿搭推荐的市场痛点，明确StyleMirror项目的核心愿景与建设目标。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2032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2032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35500" y="2159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D2D3F">
                    <a:alpha val="1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35500" y="2857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系统架构与技术选型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946" flipH="false" flipV="false">
            <a:off x="4635514" y="3359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35500" y="34925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采用SPA单页应用与MVC架构模式，搭配轻量化、高性能的前端技术栈搭建系统。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2032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032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55000" y="2159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D2D3F">
                    <a:alpha val="1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55000" y="2857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核心功能模块介绍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946" flipH="false" flipV="false">
            <a:off x="8255014" y="3359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255000" y="34925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深度集成身体数据分析、风格智能采集、个性化推荐引擎及虚拟试衣交互功能。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445000"/>
            <a:ext cx="52324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4445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4572000"/>
            <a:ext cx="127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D2D3F">
                    <a:alpha val="1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5368748" flipH="false" flipV="false">
            <a:off x="1587500" y="53276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2540000" y="46355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创新点与成果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13750" flipH="false" flipV="false">
            <a:off x="2540013" y="5137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2540000" y="5270500"/>
            <a:ext cx="317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从算法模型、交互模式实现双重技术创新，落地可复用的解决方案，取得了显著的用户反馈与实践成果。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197600" y="4445000"/>
            <a:ext cx="52324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197600" y="4445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51600" y="4572000"/>
            <a:ext cx="127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D2D3F">
                    <a:alpha val="1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5368748" flipH="false" flipV="false">
            <a:off x="7023100" y="53276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7975600" y="46355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cxnSp>
        <p:nvCxnSpPr>
          <p:cNvPr name="Connector 34" id="34"/>
          <p:cNvCxnSpPr/>
          <p:nvPr/>
        </p:nvCxnSpPr>
        <p:spPr>
          <a:xfrm rot="-13750" flipH="false" flipV="false">
            <a:off x="7975613" y="5137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5" id="35"/>
          <p:cNvSpPr/>
          <p:nvPr/>
        </p:nvSpPr>
        <p:spPr>
          <a:xfrm rot="0" flipH="false" flipV="false">
            <a:off x="7975600" y="5270500"/>
            <a:ext cx="317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系统梳理项目核心价值，结合市场趋势与用户需求，规划未来功能迭代与业务拓展方向。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项目背景：传统穿搭推荐的困境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33500"/>
            <a:ext cx="10668000" cy="12700"/>
          </a:xfrm>
          <a:prstGeom prst="roundRect">
            <a:avLst>
              <a:gd name="adj" fmla="val 0"/>
            </a:avLst>
          </a:prstGeom>
          <a:solidFill>
            <a:srgbClr val="2D2D3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79500" y="1968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1930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信息维度单一，难以精准刻画身形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418" flipH="false" flipV="false">
            <a:off x="1079509" y="2533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79500" y="26670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传统推荐严重依赖用户手动输入的身高、体重等一维数据，无法精准捕捉用户真实的身体轮廓、比例与体态特征，形成数据刻画的先天缺陷。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778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77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540500" y="19685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112000" y="1930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忽视个体差异，缺乏针对性指导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418" flipH="false" flipV="false">
            <a:off x="6540509" y="2533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540500" y="26670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F"/>
                </a:solidFill>
                <a:latin typeface="Noto Sans SC"/>
                <a:ea typeface="Noto Sans SC"/>
                <a:cs typeface="Noto Sans SC"/>
                <a:sym typeface="Noto Sans SC"/>
              </a:rPr>
              <a:t>通用尺码表和风格推荐无法适配千人千面的身材与审美，导致“买家秀”与“卖家秀”反差显著，不仅降低购买信心，更推高了服装电商的退货率。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937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937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79500" y="41275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651000" y="4089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脱离真实环境，场景适配性不足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418" flipH="false" flipV="false">
            <a:off x="1079509" y="4692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79500" y="48260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F"/>
                </a:solidFill>
                <a:latin typeface="Noto Sans SC"/>
                <a:ea typeface="Noto Sans SC"/>
                <a:cs typeface="Noto Sans SC"/>
                <a:sym typeface="Noto Sans SC"/>
              </a:rPr>
              <a:t>推荐逻辑未能结合实时天气、出行场合、社交场景等动态变量，仅聚焦服装本身，让推荐内容与用户实际生活需求脱节，实用性大打折扣。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3937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3937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540500" y="41275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112000" y="4089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试穿体验空白，决策依赖主观想象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418" flipH="false" flipV="false">
            <a:off x="6540509" y="4692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540500" y="48260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用户无法直观预览服装上身的真实效果，选购过程只能依靠图片和想象进行判断，决策成本高、体验感弱，难以形成有效的购买转化。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969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2D2D3F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969000"/>
            <a:ext cx="50800" cy="6350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016000" y="6045200"/>
            <a:ext cx="10160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市场核心痛点：</a:t>
            </a:r>
            <a:r>
              <a:rPr lang="en-US" b="false" i="false" strike="noStrike" u="none" sz="1400">
                <a:solidFill>
                  <a:srgbClr val="41414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用户迫切需要一个能融合多维身形数据、贴合实时场景、并提供直观试穿体验的智能穿搭解决方案。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项目目标：打造新一代智能穿搭助手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460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D2D3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50800" cy="1841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95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057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精准身体数据采集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5211" flipH="false" flipV="false">
            <a:off x="10160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730500"/>
            <a:ext cx="292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A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通过上传照片和可视化关键点标注，自动计算头肩比、腰臀比等核心身体比例，建立精准的用户身材数据档案。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94200" y="1905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94200" y="1905000"/>
            <a:ext cx="50800" cy="1841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48200" y="20955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156200" y="2057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科学身材分类模型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5211" flipH="false" flipV="false">
            <a:off x="46482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48200" y="2730500"/>
            <a:ext cx="292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A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基于数据精准划分梨形、倒三角、沙漏型等五种典型身材类型，针对不同身形特征提供适配的专业穿搭优化建议。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26400" y="19050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26400" y="1905000"/>
            <a:ext cx="50800" cy="1841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80400" y="20955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788400" y="2057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多维个性化推荐引擎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5211" flipH="false" flipV="false">
            <a:off x="82804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280400" y="2730500"/>
            <a:ext cx="292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A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深度融合用户的身材类型、个人风格偏好以及实时天气数据，构建三位一体的智能算法，输出高匹配度的穿搭方案。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064000"/>
            <a:ext cx="52451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4064000"/>
            <a:ext cx="50800" cy="15240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2545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524000" y="4216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沉浸式虚拟试衣体验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216" flipH="false" flipV="false">
            <a:off x="1016009" y="4692650"/>
            <a:ext cx="473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1016000" y="48260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A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构建用户专属虚拟形象，支持服饰实时试穿与上身效果预览，直观展示搭配细节，大幅提升穿搭决策的效率与满意度。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261100" y="4064000"/>
            <a:ext cx="52451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261100" y="4064000"/>
            <a:ext cx="50800" cy="15240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515100" y="4254500"/>
            <a:ext cx="355600" cy="3556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7023100" y="4216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轻量化Web应用架构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9216" flipH="false" flipV="false">
            <a:off x="6515109" y="4692650"/>
            <a:ext cx="4737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6515100" y="48260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A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采用纯前端网页化开发，无需下载安装客户端，支持跨平台、多终端无缝访问，最大程度降低用户的使用门槛与学习成本。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62000" y="59055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1016000" y="5905500"/>
            <a:ext cx="10160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项目愿景：成为每个人的私人AI造型师，让穿搭更科学、更个性、更有趣。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系统总体架构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2525F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采用经典单页应用（SPA）架构，严格遵循 MVC 设计模式，实现视图、控制与模型的解耦与分层管理。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202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58420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1717A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系统分层架构视图：各层级职责明确、相互独立，确保业务逻辑与界面展示分离，提升系统扩展性。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88540" flipH="false" flipV="false">
            <a:off x="3937000" y="4438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6223000" y="254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2D2D3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2540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477000" y="27305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2692400"/>
            <a:ext cx="419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视图层 (View Layer)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291" flipH="false" flipV="false">
            <a:off x="6477009" y="316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477000" y="3276600"/>
            <a:ext cx="4699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F"/>
                </a:solidFill>
                <a:latin typeface="Noto Sans SC"/>
                <a:ea typeface="Noto Sans SC"/>
                <a:cs typeface="Noto Sans SC"/>
                <a:sym typeface="Noto Sans SC"/>
              </a:rPr>
              <a:t>负责UI展示与用户交互，涵盖上传区、Canvas标注区、数据分析面板及推荐结果列表，为用户提供直观操作界面。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3937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2D2D3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3937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D2D3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41275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985000" y="4089400"/>
            <a:ext cx="419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控制层 (Controller Layer)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291" flipH="false" flipV="false">
            <a:off x="6477009" y="456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477000" y="4673600"/>
            <a:ext cx="4699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F"/>
                </a:solidFill>
                <a:latin typeface="Noto Sans SC"/>
                <a:ea typeface="Noto Sans SC"/>
                <a:cs typeface="Noto Sans SC"/>
                <a:sym typeface="Noto Sans SC"/>
              </a:rPr>
              <a:t>作为视图与模型的核心桥梁，承接用户输入指令，调度业务逻辑执行，实现界面操作与数据处理的高效联动。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5270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2D2D3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5270500"/>
            <a:ext cx="76200" cy="1206500"/>
          </a:xfrm>
          <a:prstGeom prst="roundRect">
            <a:avLst>
              <a:gd name="adj" fmla="val 0"/>
            </a:avLst>
          </a:prstGeom>
          <a:solidFill>
            <a:srgbClr val="2D2D3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77000" y="53975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85000" y="5359400"/>
            <a:ext cx="419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模型层 (Model Layer)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9291" flipH="false" flipV="false">
            <a:off x="6477009" y="5772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477000" y="58674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F"/>
                </a:solidFill>
                <a:latin typeface="Noto Sans SC"/>
                <a:ea typeface="Noto Sans SC"/>
                <a:cs typeface="Noto Sans SC"/>
                <a:sym typeface="Noto Sans SC"/>
              </a:rPr>
              <a:t>封装核心业务逻辑，统一管理全局状态、算法模型与本地数据，确保数据处理的一致性与安全性，支撑上层业务运转。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02 技术选型与优势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685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核心语言体系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4946" flipH="false" flipV="false">
            <a:off x="1016014" y="2406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采用原生 HTML5 + CSS3 + ES6+ 技术栈，无需额外框架依赖，确保极致的页面加载速度，同时实现对各类现代浏览器的广泛兼容。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778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D2D3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35500" y="19685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高性能图形渲染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4946" flipH="false" flipV="false">
            <a:off x="4635514" y="2406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4635500" y="2540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Canvas 2D API 实现原生绘图，高效处理用户图片渲染与交互式关键点标记，兼顾视觉效果与执行性能，避免复杂库的体积负担。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01000" y="1778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D2D3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1968500"/>
            <a:ext cx="292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多端统一交互体验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4946" flipH="false" flipV="false">
            <a:off x="8255014" y="2406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255000" y="2540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统一封装 DOM Events 与 Touch Events 事件处理逻辑，抹平桌面端鼠标操作与移动端触控操作的差异，保障全平台交互一致性。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064000"/>
            <a:ext cx="52324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064000"/>
            <a:ext cx="76200" cy="1587500"/>
          </a:xfrm>
          <a:prstGeom prst="roundRect">
            <a:avLst>
              <a:gd name="adj" fmla="val 0"/>
            </a:avLst>
          </a:prstGeom>
          <a:solidFill>
            <a:srgbClr val="2D2D3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4254500"/>
            <a:ext cx="4724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轻量级内存状态管理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9241" flipH="false" flipV="false">
            <a:off x="1016009" y="46926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1016000" y="4826000"/>
            <a:ext cx="4724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摒弃复杂的状态管理库，直接通过 JavaScript Object 存储内存状态，数据流转无中间层损耗，实现毫秒级响应，完全消除网络延迟带来的交互卡顿。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197600" y="4064000"/>
            <a:ext cx="52324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197600" y="4064000"/>
            <a:ext cx="76200" cy="1587500"/>
          </a:xfrm>
          <a:prstGeom prst="roundRect">
            <a:avLst>
              <a:gd name="adj" fmla="val 0"/>
            </a:avLst>
          </a:prstGeom>
          <a:solidFill>
            <a:srgbClr val="2D2D3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51600" y="4254500"/>
            <a:ext cx="4724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灵活的数据接入方案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241" flipH="false" flipV="false">
            <a:off x="6451609" y="46926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451600" y="4826000"/>
            <a:ext cx="4724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初期采用静态数据与模拟数据结合的方式，可快速验证核心业务逻辑；模块化的数据接口设计，支持未来无缝对接后端真实 API，降低系统迭代成本。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905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2D2D3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6045200"/>
            <a:ext cx="304800" cy="304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1397000" y="5905500"/>
            <a:ext cx="990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核心考量：</a:t>
            </a:r>
            <a:r>
              <a:rPr lang="en-US" b="false" i="false" strike="noStrike" u="none" sz="1400">
                <a:solidFill>
                  <a:srgbClr val="3C3C4B"/>
                </a:solidFill>
                <a:latin typeface="Noto Sans SC"/>
                <a:ea typeface="Noto Sans SC"/>
                <a:cs typeface="Noto Sans SC"/>
                <a:sym typeface="Noto Sans SC"/>
              </a:rPr>
              <a:t>在保证功能强大和交互流畅的同时，最大限度地降低系统复杂度和用户使用门槛，兼顾开发效率与用户体验。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核心功能模块介绍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0800" cy="2222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49400" y="19939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身体分析与身材判定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946" flipH="false" flipV="false">
            <a:off x="1016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857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F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通过上传照片和关键点智能标注，自动计算身体比例数据，并精准判定用户的身材类型，为后续推荐提供科学依据。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17780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1778000"/>
            <a:ext cx="50800" cy="2222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1968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168900" y="19939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风格偏好采集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4946" flipH="false" flipV="false">
            <a:off x="46355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635500" y="2857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F"/>
                </a:solidFill>
                <a:latin typeface="Noto Sans SC"/>
                <a:ea typeface="Noto Sans SC"/>
                <a:cs typeface="Noto Sans SC"/>
                <a:sym typeface="Noto Sans SC"/>
              </a:rPr>
              <a:t>以轻量化的互动问卷形式，精准采集用户的着装风格倾向、色彩偏好、版型喜好等核心信息，建立专属审美档案。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01000" y="1778000"/>
            <a:ext cx="3429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1778000"/>
            <a:ext cx="50800" cy="2222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55000" y="19685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788400" y="1993900"/>
            <a:ext cx="254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多维个性化推荐引擎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4946" flipH="false" flipV="false">
            <a:off x="8255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255000" y="2857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系统的智能中枢，融合用户身材数据、风格偏好、当季流行趋势等多维度信息，通过算法模型输出个性化服装推荐方案。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4381500"/>
            <a:ext cx="5232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381500"/>
            <a:ext cx="50800" cy="1968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572000"/>
            <a:ext cx="406400" cy="406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549400" y="4597400"/>
            <a:ext cx="381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虚拟试衣间体验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9241" flipH="false" flipV="false">
            <a:off x="1016009" y="51371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1016000" y="5270500"/>
            <a:ext cx="4724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F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构建用户专属虚拟形象，支持对推荐服装进行实时虚拟试穿，直观预览上身效果与搭配整体感，有效降低线上选购的决策成本与退换货率。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197600" y="4381500"/>
            <a:ext cx="52324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197600" y="4381500"/>
            <a:ext cx="50800" cy="19685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451600" y="4572000"/>
            <a:ext cx="406400" cy="4064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6985000" y="4597400"/>
            <a:ext cx="381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天气与场景智能联动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-9241" flipH="false" flipV="false">
            <a:off x="6451609" y="51371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2" id="32"/>
          <p:cNvSpPr/>
          <p:nvPr/>
        </p:nvSpPr>
        <p:spPr>
          <a:xfrm rot="0" flipH="false" flipV="false">
            <a:off x="6451600" y="5270500"/>
            <a:ext cx="4724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F"/>
                </a:solidFill>
                <a:latin typeface="Noto Sans SC"/>
                <a:ea typeface="Noto Sans SC"/>
                <a:cs typeface="Noto Sans SC"/>
                <a:sym typeface="Noto Sans SC"/>
              </a:rPr>
              <a:t>接入实时天气数据，结合用户当日的出行场景（通勤、约会、运动等），动态调整穿搭建议，兼顾美观性与实用性，让推荐更贴合真实生活需求。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核心功能：身体分析与推荐引擎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01 / 身体分析与身材判定闭环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794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2D2D3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2984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30099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图片上传与渲染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20834" flipH="false" flipV="false">
            <a:off x="952519" y="3486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952500" y="3619500"/>
            <a:ext cx="209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用户上传全身照，系统自动适配画布尺寸，还原真实身体轮廓比例，为后续分析提供基础素材。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92500" y="2794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2D2D3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683000" y="29845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127500" y="30099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关键节点精准标注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20834" flipH="false" flipV="false">
            <a:off x="3683019" y="3486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3683000" y="3619500"/>
            <a:ext cx="209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引导用户拖拽10个关键解剖节点，匹配肩、腰、臀、膝等核心位置，建立精准的数字化身体模型。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699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2D2D3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48895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397000" y="49149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多维比例自动演算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20834" flipH="false" flipV="false">
            <a:off x="952519" y="5391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952500" y="5524500"/>
            <a:ext cx="209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基于标注数据，自动计算头身比、头肩比、腰肩比及腰臀比，量化身体各部位的视觉关系。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492500" y="4699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2D2D3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3683000" y="48895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4127500" y="49149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智能身材分型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20834" flipH="false" flipV="false">
            <a:off x="3683019" y="5391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3683000" y="5524500"/>
            <a:ext cx="209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通过预设算法模型，结合各项比例数据，精准判定用户为梨形、倒三角、沙漏型等五大身材类型。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5390316" flipH="false" flipV="false">
            <a:off x="4095750" y="4152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6604000" y="1905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02 / 加权评分与智能推荐模型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604000" y="2794000"/>
            <a:ext cx="5080000" cy="889000"/>
          </a:xfrm>
          <a:prstGeom prst="roundRect">
            <a:avLst>
              <a:gd name="adj" fmla="val 0"/>
            </a:avLst>
          </a:prstGeom>
          <a:solidFill>
            <a:srgbClr val="2D2D3F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794500" y="3035300"/>
            <a:ext cx="406400" cy="4064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7366000" y="29210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数据输入层：双源驱动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聚合用户的身材判定结果与自主选择的风格偏好标签，构建个性化推荐基础数据集。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604000" y="4064000"/>
            <a:ext cx="1600200" cy="1651000"/>
          </a:xfrm>
          <a:prstGeom prst="roundRect">
            <a:avLst>
              <a:gd name="adj" fmla="val 0"/>
            </a:avLst>
          </a:prstGeom>
          <a:solidFill>
            <a:srgbClr val="2D2D3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604000" y="4254500"/>
            <a:ext cx="1600200" cy="457200"/>
          </a:xfrm>
          <a:prstGeom prst="roundRect">
            <a:avLst>
              <a:gd name="adj" fmla="val 0"/>
            </a:avLst>
          </a:prstGeom>
          <a:solidFill>
            <a:srgbClr val="2D2D3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604000" y="4254500"/>
            <a:ext cx="1600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3.0x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667500" y="4953000"/>
            <a:ext cx="1473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身材匹配分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D2D3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核心权重，决定服装版型适配度</a:t>
            </a:r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343900" y="4064000"/>
            <a:ext cx="1600200" cy="1651000"/>
          </a:xfrm>
          <a:prstGeom prst="roundRect">
            <a:avLst>
              <a:gd name="adj" fmla="val 0"/>
            </a:avLst>
          </a:prstGeom>
          <a:solidFill>
            <a:srgbClr val="2D2D3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343900" y="4254500"/>
            <a:ext cx="1600200" cy="457200"/>
          </a:xfrm>
          <a:prstGeom prst="roundRect">
            <a:avLst>
              <a:gd name="adj" fmla="val 0"/>
            </a:avLst>
          </a:prstGeom>
          <a:solidFill>
            <a:srgbClr val="2D2D3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343900" y="4254500"/>
            <a:ext cx="1600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2.0x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407400" y="4953000"/>
            <a:ext cx="1473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风格匹配分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D2D3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次级权重，贴合用户审美取向</a:t>
            </a:r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10083800" y="4064000"/>
            <a:ext cx="1600200" cy="1651000"/>
          </a:xfrm>
          <a:prstGeom prst="roundRect">
            <a:avLst>
              <a:gd name="adj" fmla="val 0"/>
            </a:avLst>
          </a:prstGeom>
          <a:solidFill>
            <a:srgbClr val="2D2D3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10083800" y="4254500"/>
            <a:ext cx="1600200" cy="457200"/>
          </a:xfrm>
          <a:prstGeom prst="roundRect">
            <a:avLst>
              <a:gd name="adj" fmla="val 0"/>
            </a:avLst>
          </a:prstGeom>
          <a:solidFill>
            <a:srgbClr val="2D2D3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10083800" y="4254500"/>
            <a:ext cx="1600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1.0x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10147300" y="4953000"/>
            <a:ext cx="1473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标签匹配分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2D2D3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辅助权重，丰富推荐的多样性</a:t>
            </a:r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6604000" y="5905500"/>
            <a:ext cx="5080000" cy="571500"/>
          </a:xfrm>
          <a:prstGeom prst="roundRect">
            <a:avLst>
              <a:gd name="adj" fmla="val 0"/>
            </a:avLst>
          </a:prstGeom>
          <a:solidFill>
            <a:srgbClr val="2D2D3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794500" y="6057900"/>
            <a:ext cx="254000" cy="254000"/>
          </a:xfrm>
          <a:prstGeom prst="rect">
            <a:avLst/>
          </a:prstGeom>
        </p:spPr>
      </p:pic>
      <p:sp>
        <p:nvSpPr>
          <p:cNvPr name="AutoShape 44" id="44"/>
          <p:cNvSpPr/>
          <p:nvPr/>
        </p:nvSpPr>
        <p:spPr>
          <a:xfrm rot="0" flipH="false" flipV="false">
            <a:off x="7175500" y="6032500"/>
            <a:ext cx="4445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结果输出：</a:t>
            </a:r>
            <a:r>
              <a:rPr lang="en-US" b="false" i="false" strike="noStrike" u="none" sz="1300">
                <a:solidFill>
                  <a:srgbClr val="2D2D3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按加权总分降序排序，筛选Top 4 最优单品组合推荐。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核心功能：体验增强模块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D2D3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413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87500" y="24130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虚拟试衣间：沉浸式穿搭闭环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291" flipH="false" flipV="false">
            <a:off x="1016009" y="316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429000"/>
            <a:ext cx="4699000" cy="825500"/>
          </a:xfrm>
          <a:prstGeom prst="roundRect">
            <a:avLst>
              <a:gd name="adj" fmla="val 0"/>
            </a:avLst>
          </a:prstGeom>
          <a:solidFill>
            <a:srgbClr val="2D2D3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3492500"/>
            <a:ext cx="4445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一键切换，随心换装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点击推荐卡片或风格按钮，即可快速为虚拟形象更换服装，操作极简流畅，降低用户试穿门槛。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445000"/>
            <a:ext cx="4699000" cy="825500"/>
          </a:xfrm>
          <a:prstGeom prst="roundRect">
            <a:avLst>
              <a:gd name="adj" fmla="val 0"/>
            </a:avLst>
          </a:prstGeom>
          <a:solidFill>
            <a:srgbClr val="2D2D3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508500"/>
            <a:ext cx="4445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实时反馈，“看-试-选”闭环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换装效果实时渲染呈现，直观感受上身适配度；推荐列表与试衣间数据打通，实现从浏览到决策的完整闭环。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2032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2032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2413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048500" y="24130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天气与场景联动：智能化实用推荐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291" flipH="false" flipV="false">
            <a:off x="6477009" y="316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477000" y="3429000"/>
            <a:ext cx="4699000" cy="825500"/>
          </a:xfrm>
          <a:prstGeom prst="roundRect">
            <a:avLst>
              <a:gd name="adj" fmla="val 0"/>
            </a:avLst>
          </a:prstGeom>
          <a:solidFill>
            <a:srgbClr val="2D2D3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3492500"/>
            <a:ext cx="4445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实时数据，场景化动态建议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自动获取用户所在城市实时天气，结合温度、天气状况生成针对性穿搭建议，如高温推荐透气短袖，低温搭配保暖外套。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4445000"/>
            <a:ext cx="4699000" cy="825500"/>
          </a:xfrm>
          <a:prstGeom prst="roundRect">
            <a:avLst>
              <a:gd name="adj" fmla="val 0"/>
            </a:avLst>
          </a:prstGeom>
          <a:solidFill>
            <a:srgbClr val="2D2D3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04000" y="4508500"/>
            <a:ext cx="4445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隐性因子，智能适配推荐引擎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将天气作为核心隐性特征融入推荐算法，让系统自动过滤不合时宜的服饰，确保推荐结果兼具美观性与当日实用性。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6350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2D2D3F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89000" y="6451600"/>
            <a:ext cx="1041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核心价值：通过沉浸式交互与场景化数据结合，填补线上试穿空白，让推荐更贴合真实生活需求。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04 创新点与成果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01 技术创新：隐私保护与交互升级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8384" flipH="false" flipV="false">
            <a:off x="762008" y="2406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2794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9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984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51000" y="2895600"/>
            <a:ext cx="4064000" cy="939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纯前端视觉分析，筑牢隐私防线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首次在纯前端环境完成身体比例计算与身材判定，数据无需上传云端，既保障用户隐私安全，又实现毫秒级的实时响应。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191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9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D2D3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4292600"/>
            <a:ext cx="4064000" cy="939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Canvas 交互式标注，降低操作门槛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将专业的数据采集转化为直观的拖拽交互，用户可轻松完成关键身体点位标注，把复杂的测量过程变成简单有趣的操作体验。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461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46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D2D3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5651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651000" y="5562600"/>
            <a:ext cx="4064000" cy="939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跨屏归一化坐标，确保精准计算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建立自适应的坐标转换系统，消除不同屏幕分辨率、尺寸的干扰，让标注数据在任何设备上都能保持比例一致，保障分析准确性。</a:t>
            </a:r>
          </a:p>
        </p:txBody>
      </p:sp>
      <p:cxnSp>
        <p:nvCxnSpPr>
          <p:cNvPr name="Connector 18" id="18"/>
          <p:cNvCxnSpPr/>
          <p:nvPr/>
        </p:nvCxnSpPr>
        <p:spPr>
          <a:xfrm rot="5389889" flipH="false" flipV="false">
            <a:off x="41275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477000" y="19050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02 模式创新：全维模型与服务闭环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8384" flipH="false" flipV="false">
            <a:off x="6477008" y="2406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477000" y="2794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2794000"/>
            <a:ext cx="76200" cy="17780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731000" y="2984500"/>
            <a:ext cx="457200" cy="4572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366000" y="2895600"/>
            <a:ext cx="406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融合多维因子的动态推荐模型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突破传统电商单一维度推荐逻辑，创造性融合</a:t>
            </a:r>
            <a:r>
              <a:rPr lang="en-US" b="tru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身体数据、风格偏好、实时天气</a:t>
            </a: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三大核心要素，构建全面、动态的个性化推荐体系，让推荐结果更贴合用户真实场景需求，大幅提升匹配精准度与满意度。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77000" y="4826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77000" y="4826000"/>
            <a:ext cx="76200" cy="1778000"/>
          </a:xfrm>
          <a:prstGeom prst="roundRect">
            <a:avLst>
              <a:gd name="adj" fmla="val 0"/>
            </a:avLst>
          </a:prstGeom>
          <a:solidFill>
            <a:srgbClr val="2D2D3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731000" y="5016500"/>
            <a:ext cx="457200" cy="4572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7366000" y="4927600"/>
            <a:ext cx="406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“分析-推荐-试衣”全链路服务闭环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2D2D3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通从“认识自我身材”到“获取精准推荐”，再到“虚拟试衣体验”的完整流程，形成服务闭环。这不仅是功能的串联，更是为用户提供从自我认知到消费决策的一站式解决方案，极大提升了购物体验与转化效率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04 项目成果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2D2D3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3495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00200" y="23495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功能完整的原型系统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5211" flipH="false" flipV="false">
            <a:off x="1016014" y="3105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365500"/>
            <a:ext cx="2870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2525C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成功开发并部署了功能完整、交互流畅的Web原型，全面覆盖项目规划的核心功能模块，完整验证了底层技术架构与业务逻辑的可行性和闭环性。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942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942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48200" y="23495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232400" y="23495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核心算法验证通过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5211" flipH="false" flipV="false">
            <a:off x="4648214" y="3105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48200" y="3365500"/>
            <a:ext cx="2870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2525C"/>
                </a:solidFill>
                <a:latin typeface="Noto Sans SC"/>
                <a:ea typeface="Noto Sans SC"/>
                <a:cs typeface="Noto Sans SC"/>
                <a:sym typeface="Noto Sans SC"/>
              </a:rPr>
              <a:t>身体比例计算、身材智能分类及个性化推荐排序等核心算法均完成初步测试，数据表现符合预期，充分证明了算法模型的科学性、有效性与稳定性。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264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264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80400" y="2349500"/>
            <a:ext cx="457200" cy="457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864600" y="23495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优质的用户体验反馈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5211" flipH="false" flipV="false">
            <a:off x="8280414" y="3105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280400" y="3365500"/>
            <a:ext cx="2870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2525C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采用现代简约的UI设计风格，交互流程清晰直观、操作便捷。内部测试用户对系统的易用性和视觉表现给予了高度认可，反馈整体体验流畅且友好。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2D2D3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16000" y="58674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总结：项目不仅完成了技术与业务的双重验证，更通过算法优化与体验打磨，为后续产品的正式上线奠定了坚实基础。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05 总结与展望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4826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76200" cy="33020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79500" y="20320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0417" flipH="false" flipV="false">
            <a:off x="1079510" y="26606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79500" y="2921000"/>
            <a:ext cx="4191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52525E"/>
                </a:solidFill>
                <a:latin typeface="Noto Sans SC"/>
                <a:ea typeface="Noto Sans SC"/>
                <a:cs typeface="Noto Sans SC"/>
                <a:sym typeface="Noto Sans SC"/>
              </a:rPr>
              <a:t>StyleMirror成功融合计算机视觉与时尚穿搭，打造出兼具创新性与实用性的智能穿搭助手。项目直击传统推荐模式痛点，通过多维度数据分析与沉浸式交互体验，为用户提供了深度个性化的服务方案，实现了技术价值与用户需求的完美契合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778000"/>
            <a:ext cx="1854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0" y="2032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350000" y="2667000"/>
            <a:ext cx="1473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算法优化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32430" flipH="false" flipV="false">
            <a:off x="6350030" y="3232150"/>
            <a:ext cx="134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350000" y="3429000"/>
            <a:ext cx="1473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2525E"/>
                </a:solidFill>
                <a:latin typeface="Noto Sans SC"/>
                <a:ea typeface="Noto Sans SC"/>
                <a:cs typeface="Noto Sans SC"/>
                <a:sym typeface="Noto Sans SC"/>
              </a:rPr>
              <a:t>引入AI关键点检测模型实现自动标注，持续深化推荐算法，提升穿搭建议的精准度与匹配效率。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778000"/>
            <a:ext cx="1854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2667000"/>
            <a:ext cx="1473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功能扩展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32430" flipH="false" flipV="false">
            <a:off x="8382030" y="3232150"/>
            <a:ext cx="134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8382000" y="3429000"/>
            <a:ext cx="1473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2525E"/>
                </a:solidFill>
                <a:latin typeface="Noto Sans SC"/>
                <a:ea typeface="Noto Sans SC"/>
                <a:cs typeface="Noto Sans SC"/>
                <a:sym typeface="Noto Sans SC"/>
              </a:rPr>
              <a:t>搭建完整用户系统，对接主流电商API打通交易链路，探索AR虚拟试衣功能，丰富用户交互场景。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982200" y="1778000"/>
            <a:ext cx="1854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236200" y="2032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0236200" y="2667000"/>
            <a:ext cx="1473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商业探索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32430" flipH="false" flipV="false">
            <a:off x="10236230" y="3232150"/>
            <a:ext cx="134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2D3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10236200" y="3429000"/>
            <a:ext cx="1473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2525E"/>
                </a:solidFill>
                <a:latin typeface="Noto Sans SC"/>
                <a:ea typeface="Noto Sans SC"/>
                <a:cs typeface="Noto Sans SC"/>
                <a:sym typeface="Noto Sans SC"/>
              </a:rPr>
              <a:t>面向服装品牌提供B端数据服务与解决方案，同时为C端用户推出个性化穿搭等增值付费服务。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461000"/>
            <a:ext cx="10947400" cy="889000"/>
          </a:xfrm>
          <a:prstGeom prst="roundRect">
            <a:avLst>
              <a:gd name="adj" fmla="val 0"/>
            </a:avLst>
          </a:prstGeom>
          <a:solidFill>
            <a:srgbClr val="2D2D3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5588000"/>
            <a:ext cx="10439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“我们相信，StyleMirror不仅是一个项目，更是一个开启个性化时尚新纪元的起点。”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636000" y="4064000"/>
            <a:ext cx="5080000" cy="5080000"/>
          </a:xfrm>
          <a:prstGeom prst="ellipse">
            <a:avLst/>
          </a:prstGeom>
          <a:solidFill>
            <a:srgbClr val="2D2D3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16000" cy="76200"/>
          </a:xfrm>
          <a:prstGeom prst="roundRect">
            <a:avLst>
              <a:gd name="adj" fmla="val 0"/>
            </a:avLst>
          </a:prstGeom>
          <a:solidFill>
            <a:srgbClr val="2D2D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540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2D2D3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4057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D2D3F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0" y="4572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2D2D3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5842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2D2D3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欢迎各位提出问题与建议，共同探讨交流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{"Label":"1","ContentProducer":"001191110102MACQD9K64010000","ProduceID":"7655327687049989077","ReservedCode1":"","ContentPropagator":"","PropagateID":"","ReservedCode2":""}</vt:lpwstr>
  </property>
</Properties>
</file>